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31149767" name="ysj" initials="y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>
                <a:sym typeface="+mn-ea"/>
              </a:rPr>
              <a:t>数据库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固定名称路径</a:t>
            </a:r>
            <a:r>
              <a:rPr lang="en-US" altLang="zh-CN">
                <a:sym typeface="+mn-ea"/>
              </a:rPr>
              <a:t> /data/bioinfo/database_dir/Pathogen_database/</a:t>
            </a:r>
            <a:endParaRPr lang="en-US" altLang="zh-CN">
              <a:sym typeface="+mn-ea"/>
            </a:endParaRPr>
          </a:p>
          <a:p>
            <a:r>
              <a:rPr lang="zh-CN" altLang="en-US">
                <a:sym typeface="+mn-ea"/>
              </a:rPr>
              <a:t>下设</a:t>
            </a:r>
            <a:r>
              <a:rPr lang="en-US" altLang="zh-CN">
                <a:sym typeface="+mn-ea"/>
              </a:rPr>
              <a:t> customize_ref_db</a:t>
            </a:r>
            <a:r>
              <a:rPr lang="zh-CN" altLang="en-US">
                <a:sym typeface="+mn-ea"/>
              </a:rPr>
              <a:t>和</a:t>
            </a:r>
            <a:r>
              <a:rPr lang="en-US" altLang="zh-CN">
                <a:sym typeface="+mn-ea"/>
              </a:rPr>
              <a:t> ref_seq_db</a:t>
            </a:r>
            <a:r>
              <a:rPr lang="zh-CN" altLang="en-US">
                <a:sym typeface="+mn-ea"/>
              </a:rPr>
              <a:t>固定文件夹</a:t>
            </a:r>
            <a:endParaRPr lang="en-US" altLang="zh-CN">
              <a:sym typeface="+mn-ea"/>
            </a:endParaRPr>
          </a:p>
          <a:p>
            <a:r>
              <a:rPr lang="en-US" altLang="zh-CN">
                <a:sym typeface="+mn-ea"/>
              </a:rPr>
              <a:t> ref_seq_db</a:t>
            </a:r>
            <a:r>
              <a:rPr lang="zh-CN" altLang="en-US">
                <a:sym typeface="+mn-ea"/>
              </a:rPr>
              <a:t>文件夹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下设</a:t>
            </a:r>
            <a:r>
              <a:rPr lang="en-US" altLang="zh-CN">
                <a:sym typeface="+mn-ea"/>
              </a:rPr>
              <a:t> host</a:t>
            </a:r>
            <a:r>
              <a:rPr lang="zh-CN" altLang="en-US">
                <a:sym typeface="+mn-ea"/>
              </a:rPr>
              <a:t>和</a:t>
            </a:r>
            <a:r>
              <a:rPr lang="en-US" altLang="zh-CN">
                <a:sym typeface="+mn-ea"/>
              </a:rPr>
              <a:t>species</a:t>
            </a:r>
            <a:r>
              <a:rPr lang="zh-CN" altLang="en-US">
                <a:sym typeface="+mn-ea"/>
              </a:rPr>
              <a:t>固定文件夹</a:t>
            </a:r>
            <a:endParaRPr lang="en-US" altLang="zh-CN">
              <a:sym typeface="+mn-ea"/>
            </a:endParaRPr>
          </a:p>
          <a:p>
            <a:endParaRPr lang="en-US" altLang="zh-CN">
              <a:sym typeface="+mn-ea"/>
            </a:endParaRPr>
          </a:p>
          <a:p>
            <a:r>
              <a:rPr lang="en-US" altLang="zh-CN">
                <a:sym typeface="+mn-ea"/>
              </a:rPr>
              <a:t>/data/bioinfo/database_dir/Pathogen_database/ref_seq/host/host_mapdb.species.class</a:t>
            </a:r>
            <a:r>
              <a:rPr lang="zh-CN" altLang="en-US">
                <a:sym typeface="+mn-ea"/>
              </a:rPr>
              <a:t>（固定路径）</a:t>
            </a:r>
            <a:endParaRPr lang="en-US" altLang="zh-CN">
              <a:sym typeface="+mn-ea"/>
            </a:endParaRPr>
          </a:p>
          <a:p>
            <a:r>
              <a:rPr lang="en-US" altLang="zh-CN">
                <a:sym typeface="+mn-ea"/>
              </a:rPr>
              <a:t>/data/bioinfo/database_dir/Pathogen_database/ref_seq/speceis/sp_mapdb.species.class</a:t>
            </a:r>
            <a:r>
              <a:rPr lang="zh-CN" altLang="en-US">
                <a:sym typeface="+mn-ea"/>
              </a:rPr>
              <a:t>（固定路径）</a:t>
            </a:r>
            <a:endParaRPr lang="en-US" altLang="zh-CN">
              <a:sym typeface="+mn-ea"/>
            </a:endParaRPr>
          </a:p>
          <a:p>
            <a:r>
              <a:rPr lang="zh-CN" altLang="en-US">
                <a:sym typeface="+mn-ea"/>
              </a:rPr>
              <a:t>格式都是</a:t>
            </a:r>
            <a:endParaRPr lang="zh-CN" altLang="en-US"/>
          </a:p>
          <a:p>
            <a:r>
              <a:rPr lang="en-US" altLang="zh-CN">
                <a:sym typeface="+mn-ea"/>
              </a:rPr>
              <a:t>ALL     ALL</a:t>
            </a:r>
            <a:endParaRPr lang="en-US" altLang="zh-CN"/>
          </a:p>
          <a:p>
            <a:r>
              <a:rPr lang="en-US" altLang="zh-CN">
                <a:sym typeface="+mn-ea"/>
              </a:rPr>
              <a:t>Adenoviridae    ALL</a:t>
            </a:r>
            <a:br>
              <a:rPr lang="en-US" altLang="zh-CN">
                <a:sym typeface="+mn-ea"/>
              </a:rPr>
            </a:br>
            <a:r>
              <a:rPr lang="en-US" altLang="zh-CN">
                <a:sym typeface="+mn-ea"/>
              </a:rPr>
              <a:t>Adenoviridae    HAdVF</a:t>
            </a:r>
            <a:endParaRPr lang="en-US" altLang="zh-CN"/>
          </a:p>
          <a:p>
            <a:r>
              <a:rPr lang="en-US" altLang="zh-CN">
                <a:sym typeface="+mn-ea"/>
              </a:rPr>
              <a:t>Adenoviridae    HadV40</a:t>
            </a:r>
            <a:endParaRPr lang="en-US" altLang="zh-CN"/>
          </a:p>
          <a:p>
            <a:endParaRPr lang="en-US" altLang="zh-CN"/>
          </a:p>
          <a:p>
            <a:r>
              <a:rPr lang="zh-CN" altLang="en-US">
                <a:sym typeface="+mn-ea"/>
              </a:rPr>
              <a:t>第一列对应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病毒种名</a:t>
            </a:r>
            <a:r>
              <a:rPr lang="en-US" altLang="zh-CN">
                <a:sym typeface="+mn-ea"/>
              </a:rPr>
              <a:t>/</a:t>
            </a:r>
            <a:r>
              <a:rPr lang="zh-CN" altLang="en-US">
                <a:sym typeface="+mn-ea"/>
              </a:rPr>
              <a:t>宿主</a:t>
            </a:r>
            <a:endParaRPr lang="zh-CN" altLang="en-US"/>
          </a:p>
          <a:p>
            <a:r>
              <a:rPr lang="zh-CN" altLang="en-US">
                <a:sym typeface="+mn-ea"/>
              </a:rPr>
              <a:t>第二例对应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病毒分型</a:t>
            </a:r>
            <a:r>
              <a:rPr lang="en-US" altLang="zh-CN">
                <a:sym typeface="+mn-ea"/>
              </a:rPr>
              <a:t>/</a:t>
            </a:r>
            <a:r>
              <a:rPr lang="zh-CN" altLang="en-US">
                <a:sym typeface="+mn-ea"/>
              </a:rPr>
              <a:t>宿主参考基因组版本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#################################</a:t>
            </a:r>
            <a:endParaRPr lang="zh-CN" altLang="en-US"/>
          </a:p>
          <a:p>
            <a:r>
              <a:rPr lang="zh-CN" altLang="en-US"/>
              <a:t>填写自定义数据库名的时候需要和</a:t>
            </a:r>
            <a:endParaRPr lang="zh-CN" altLang="en-US"/>
          </a:p>
          <a:p>
            <a:r>
              <a:rPr lang="en-US" altLang="zh-CN">
                <a:sym typeface="+mn-ea"/>
              </a:rPr>
              <a:t> /data/bioinfo/database_dir/Pathogen_database/customize_ref_db/all.ref.path</a:t>
            </a:r>
            <a:r>
              <a:rPr lang="zh-CN" altLang="en-US">
                <a:sym typeface="+mn-ea"/>
              </a:rPr>
              <a:t>（固定路径）</a:t>
            </a:r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r>
              <a:rPr lang="en-US" altLang="zh-CN">
                <a:highlight>
                  <a:srgbClr val="FFFF00"/>
                </a:highlight>
                <a:sym typeface="+mn-ea"/>
              </a:rPr>
              <a:t>hg19_Adenoviridae</a:t>
            </a:r>
            <a:r>
              <a:rPr lang="en-US" altLang="zh-CN">
                <a:sym typeface="+mn-ea"/>
              </a:rPr>
              <a:t>       human_hg19.Adenoviridae_ALL     /data/bioinfo/database_dir/Pathogen_database/customize_ref_db/hg19_Adenoviridae/hg19_Adenoviridae.fasta</a:t>
            </a:r>
            <a:endParaRPr lang="en-US" altLang="zh-CN">
              <a:sym typeface="+mn-ea"/>
            </a:endParaRPr>
          </a:p>
          <a:p>
            <a:r>
              <a:rPr lang="zh-CN" altLang="en-US">
                <a:sym typeface="+mn-ea"/>
              </a:rPr>
              <a:t>第一列做比较，如果名称一样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则提示</a:t>
            </a:r>
            <a:r>
              <a:rPr lang="zh-CN">
                <a:sym typeface="+mn-ea"/>
              </a:rPr>
              <a:t>：</a:t>
            </a:r>
            <a:endParaRPr lang="zh-CN">
              <a:sym typeface="+mn-ea"/>
            </a:endParaRPr>
          </a:p>
          <a:p>
            <a:endParaRPr lang="en-US" altLang="zh-CN">
              <a:sym typeface="+mn-ea"/>
            </a:endParaRPr>
          </a:p>
          <a:p>
            <a:r>
              <a:rPr lang="en-US" altLang="zh-CN">
                <a:sym typeface="+mn-ea"/>
              </a:rPr>
              <a:t>“</a:t>
            </a:r>
            <a:r>
              <a:rPr lang="zh-CN" altLang="en-US">
                <a:sym typeface="+mn-ea"/>
              </a:rPr>
              <a:t>该数据库名称已存在，</a:t>
            </a:r>
            <a:r>
              <a:rPr lang="zh-CN" altLang="en-US"/>
              <a:t>数据库路径：</a:t>
            </a:r>
            <a:r>
              <a:rPr lang="en-US" altLang="zh-CN">
                <a:sym typeface="+mn-ea"/>
              </a:rPr>
              <a:t>/data/bioinfo/database_dir/Pathogen_database/customize_ref_db/hg19_Adenoviridae/”</a:t>
            </a:r>
            <a:endParaRPr lang="en-US" altLang="zh-CN">
              <a:sym typeface="+mn-ea"/>
            </a:endParaRPr>
          </a:p>
          <a:p>
            <a:endParaRPr lang="zh-CN" altLang="en-US"/>
          </a:p>
          <a:p>
            <a:r>
              <a:rPr lang="en-US" altLang="zh-CN">
                <a:sym typeface="+mn-ea"/>
              </a:rPr>
              <a:t>#################################</a:t>
            </a:r>
            <a:endParaRPr lang="zh-CN" altLang="en-US"/>
          </a:p>
          <a:p>
            <a:r>
              <a:rPr lang="zh-CN" altLang="en-US">
                <a:sym typeface="+mn-ea"/>
              </a:rPr>
              <a:t>选好</a:t>
            </a:r>
            <a:r>
              <a:rPr lang="en-US" altLang="zh-CN">
                <a:sym typeface="+mn-ea"/>
              </a:rPr>
              <a:t>4</a:t>
            </a:r>
            <a:r>
              <a:rPr lang="zh-CN" altLang="en-US">
                <a:sym typeface="+mn-ea"/>
              </a:rPr>
              <a:t>个词后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且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自行填写自定义数据库名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点</a:t>
            </a:r>
            <a:r>
              <a:rPr lang="en-US" altLang="zh-CN">
                <a:sym typeface="+mn-ea"/>
              </a:rPr>
              <a:t>“</a:t>
            </a:r>
            <a:r>
              <a:rPr lang="zh-CN" altLang="en-US">
                <a:sym typeface="+mn-ea"/>
              </a:rPr>
              <a:t>信息汇总</a:t>
            </a:r>
            <a:r>
              <a:rPr lang="en-US" altLang="zh-CN">
                <a:sym typeface="+mn-ea"/>
              </a:rPr>
              <a:t>”</a:t>
            </a:r>
            <a:r>
              <a:rPr lang="zh-CN" altLang="en-US">
                <a:sym typeface="+mn-ea"/>
              </a:rPr>
              <a:t>将运行下面的脚本</a:t>
            </a:r>
            <a:endParaRPr lang="zh-CN" altLang="en-US"/>
          </a:p>
          <a:p>
            <a:r>
              <a:rPr lang="en-US" altLang="zh-CN">
                <a:sym typeface="+mn-ea"/>
              </a:rPr>
              <a:t>sh   make.ref.sh   /data/bioinfo/database_dir/Pathogen_database/customize_ref_db/   /data/bioinfo/database_dir/Pathogen_database/ref_seq_db/   </a:t>
            </a:r>
            <a:r>
              <a:rPr lang="en-US" altLang="zh-CN">
                <a:highlight>
                  <a:srgbClr val="FFFF00"/>
                </a:highlight>
                <a:sym typeface="+mn-ea"/>
              </a:rPr>
              <a:t>human   hg19   Adenoviridae   ALL   hg19_Adenoviridae</a:t>
            </a:r>
            <a:r>
              <a:rPr lang="en-US" altLang="zh-CN">
                <a:sym typeface="+mn-ea"/>
              </a:rPr>
              <a:t>    F</a:t>
            </a:r>
            <a:endParaRPr lang="en-US" altLang="zh-CN"/>
          </a:p>
          <a:p>
            <a:r>
              <a:rPr lang="zh-CN" altLang="en-US">
                <a:sym typeface="+mn-ea"/>
              </a:rPr>
              <a:t>其中黄色标记的</a:t>
            </a:r>
            <a:r>
              <a:rPr lang="en-US" altLang="zh-CN">
                <a:sym typeface="+mn-ea"/>
              </a:rPr>
              <a:t>5</a:t>
            </a:r>
            <a:r>
              <a:rPr lang="zh-CN" altLang="en-US">
                <a:sym typeface="+mn-ea"/>
              </a:rPr>
              <a:t>个词是来自网页平台的参数</a:t>
            </a:r>
            <a:endParaRPr lang="zh-CN" altLang="en-US"/>
          </a:p>
          <a:p>
            <a:r>
              <a:rPr lang="en-US" altLang="zh-CN">
                <a:sym typeface="+mn-ea"/>
              </a:rPr>
              <a:t>human            hg19        </a:t>
            </a:r>
            <a:r>
              <a:rPr lang="zh-CN" altLang="en-US">
                <a:sym typeface="+mn-ea"/>
              </a:rPr>
              <a:t>宿主和宿主参考基因组版本</a:t>
            </a:r>
            <a:endParaRPr lang="en-US" altLang="zh-CN"/>
          </a:p>
          <a:p>
            <a:r>
              <a:rPr lang="en-US" altLang="zh-CN">
                <a:sym typeface="+mn-ea"/>
              </a:rPr>
              <a:t>Adenoviridae    ALL        </a:t>
            </a:r>
            <a:r>
              <a:rPr lang="zh-CN" altLang="en-US">
                <a:sym typeface="+mn-ea"/>
              </a:rPr>
              <a:t>病毒种名和病毒分型</a:t>
            </a:r>
            <a:endParaRPr lang="en-US" altLang="zh-CN">
              <a:sym typeface="+mn-ea"/>
            </a:endParaRPr>
          </a:p>
          <a:p>
            <a:r>
              <a:rPr lang="en-US" altLang="zh-CN">
                <a:sym typeface="+mn-ea"/>
              </a:rPr>
              <a:t>hg19_Adenoviridae        </a:t>
            </a:r>
            <a:r>
              <a:rPr lang="zh-CN" altLang="en-US">
                <a:sym typeface="+mn-ea"/>
              </a:rPr>
              <a:t>自定义数据库名</a:t>
            </a:r>
            <a:endParaRPr lang="en-US" altLang="zh-CN"/>
          </a:p>
          <a:p>
            <a:endParaRPr lang="zh-CN" altLang="en-US"/>
          </a:p>
          <a:p>
            <a:r>
              <a:rPr lang="zh-CN" altLang="en-US">
                <a:sym typeface="+mn-ea"/>
              </a:rPr>
              <a:t>运行后得到下面俩文件（黄背景为自定数据库名，其他为固定路径）</a:t>
            </a:r>
            <a:endParaRPr lang="zh-CN" altLang="en-US"/>
          </a:p>
          <a:p>
            <a:r>
              <a:rPr lang="en-US" altLang="zh-CN">
                <a:sym typeface="+mn-ea"/>
              </a:rPr>
              <a:t>/data/bioinfo/database_dir/Pathogen_database/customize_ref_db/</a:t>
            </a:r>
            <a:r>
              <a:rPr lang="en-US" altLang="zh-CN">
                <a:highlight>
                  <a:srgbClr val="FFFF00"/>
                </a:highlight>
                <a:sym typeface="+mn-ea"/>
              </a:rPr>
              <a:t>hg19_Adenoviridae</a:t>
            </a:r>
            <a:r>
              <a:rPr lang="en-US" altLang="zh-CN">
                <a:sym typeface="+mn-ea"/>
              </a:rPr>
              <a:t>/host_mapdb.info</a:t>
            </a:r>
            <a:endParaRPr lang="en-US" altLang="zh-CN"/>
          </a:p>
          <a:p>
            <a:r>
              <a:rPr lang="en-US" altLang="zh-CN">
                <a:sym typeface="+mn-ea"/>
              </a:rPr>
              <a:t>/data/bioinfo/database_dir/Pathogen_database/customize_ref_db/</a:t>
            </a:r>
            <a:r>
              <a:rPr lang="en-US" altLang="zh-CN">
                <a:highlight>
                  <a:srgbClr val="FFFF00"/>
                </a:highlight>
                <a:sym typeface="+mn-ea"/>
              </a:rPr>
              <a:t>hg19_Adenoviridae</a:t>
            </a:r>
            <a:r>
              <a:rPr lang="en-US" altLang="zh-CN">
                <a:sym typeface="+mn-ea"/>
              </a:rPr>
              <a:t>/sp_mapdb.info</a:t>
            </a:r>
            <a:endParaRPr lang="en-US" altLang="zh-CN">
              <a:sym typeface="+mn-ea"/>
            </a:endParaRPr>
          </a:p>
          <a:p>
            <a:endParaRPr lang="en-US" altLang="zh-CN">
              <a:sym typeface="+mn-ea"/>
            </a:endParaRPr>
          </a:p>
          <a:p>
            <a:r>
              <a:rPr lang="zh-CN" altLang="en-US">
                <a:sym typeface="+mn-ea"/>
              </a:rPr>
              <a:t>平台页面上展示这俩文件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客户检查修改后</a:t>
            </a:r>
            <a:r>
              <a:rPr lang="en-US" altLang="zh-CN">
                <a:sym typeface="+mn-ea"/>
              </a:rPr>
              <a:t> </a:t>
            </a:r>
            <a:endParaRPr lang="en-US" altLang="zh-CN">
              <a:sym typeface="+mn-ea"/>
            </a:endParaRPr>
          </a:p>
          <a:p>
            <a:r>
              <a:rPr lang="zh-CN" altLang="en-US">
                <a:sym typeface="+mn-ea"/>
              </a:rPr>
              <a:t>点击创建基因组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保存两个文件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直接覆盖原文件即可</a:t>
            </a:r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接着运行命令</a:t>
            </a:r>
            <a:endParaRPr lang="zh-CN" altLang="en-US">
              <a:sym typeface="+mn-ea"/>
            </a:endParaRPr>
          </a:p>
          <a:p>
            <a:r>
              <a:rPr lang="en-US" altLang="zh-CN">
                <a:sym typeface="+mn-ea"/>
              </a:rPr>
              <a:t>sh   make.ref.sh   /data/bioinfo/database_dir/Pathogen_database/customize_ref_db/   /data/bioinfo/database_dir/Pathogen_database/ref_seq_db/   </a:t>
            </a:r>
            <a:r>
              <a:rPr lang="en-US" altLang="zh-CN">
                <a:highlight>
                  <a:srgbClr val="FFFF00"/>
                </a:highlight>
                <a:sym typeface="+mn-ea"/>
              </a:rPr>
              <a:t>human   hg19   Adenoviridae   ALL   hg19_Adenoviridae</a:t>
            </a:r>
            <a:r>
              <a:rPr lang="en-US" altLang="zh-CN">
                <a:sym typeface="+mn-ea"/>
              </a:rPr>
              <a:t>    T</a:t>
            </a:r>
            <a:endParaRPr lang="en-US" altLang="zh-CN">
              <a:sym typeface="+mn-ea"/>
            </a:endParaRPr>
          </a:p>
          <a:p>
            <a:r>
              <a:rPr lang="zh-CN" altLang="en-US">
                <a:sym typeface="+mn-ea"/>
              </a:rPr>
              <a:t>完成自定义参考基因组的构建</a:t>
            </a:r>
            <a:endParaRPr lang="en-US" altLang="zh-CN"/>
          </a:p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6255" y="1363345"/>
            <a:ext cx="6601460" cy="38741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7117715" y="257175"/>
            <a:ext cx="4610100" cy="66008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900"/>
              <a:t>/data/bioinfo/database_dir/Pathogen_database/</a:t>
            </a:r>
            <a:endParaRPr lang="en-US" altLang="zh-CN" sz="900"/>
          </a:p>
          <a:p>
            <a:r>
              <a:rPr lang="en-US" altLang="en-US" sz="900"/>
              <a:t>├──</a:t>
            </a:r>
            <a:r>
              <a:rPr lang="en-US" altLang="zh-CN" sz="900"/>
              <a:t> customize_ref_db</a:t>
            </a:r>
            <a:endParaRPr lang="en-US" altLang="zh-CN" sz="900"/>
          </a:p>
          <a:p>
            <a:r>
              <a:rPr lang="en-US" altLang="en-US" sz="900"/>
              <a:t>│</a:t>
            </a:r>
            <a:r>
              <a:rPr lang="en-US" altLang="en-US" sz="900"/>
              <a:t>  </a:t>
            </a:r>
            <a:r>
              <a:rPr lang="en-US" altLang="zh-CN" sz="900"/>
              <a:t> </a:t>
            </a:r>
            <a:r>
              <a:rPr lang="en-US" altLang="en-US" sz="900"/>
              <a:t>├──</a:t>
            </a:r>
            <a:r>
              <a:rPr lang="en-US" altLang="zh-CN" sz="900"/>
              <a:t> ALL_ALL</a:t>
            </a:r>
            <a:endParaRPr lang="en-US" altLang="zh-CN" sz="900"/>
          </a:p>
          <a:p>
            <a:r>
              <a:rPr lang="en-US" altLang="en-US" sz="900"/>
              <a:t>│</a:t>
            </a:r>
            <a:r>
              <a:rPr lang="en-US" altLang="en-US" sz="900"/>
              <a:t>  </a:t>
            </a:r>
            <a:r>
              <a:rPr lang="en-US" altLang="zh-CN" sz="900"/>
              <a:t> </a:t>
            </a:r>
            <a:r>
              <a:rPr lang="en-US" altLang="en-US" sz="900"/>
              <a:t>│</a:t>
            </a:r>
            <a:r>
              <a:rPr lang="en-US" altLang="en-US" sz="900"/>
              <a:t>  </a:t>
            </a:r>
            <a:r>
              <a:rPr lang="en-US" altLang="zh-CN" sz="900"/>
              <a:t> </a:t>
            </a:r>
            <a:r>
              <a:rPr lang="en-US" altLang="en-US" sz="900"/>
              <a:t>├──</a:t>
            </a:r>
            <a:r>
              <a:rPr lang="en-US" altLang="zh-CN" sz="900"/>
              <a:t> host_mapdb.info</a:t>
            </a:r>
            <a:endParaRPr lang="en-US" altLang="zh-CN" sz="900"/>
          </a:p>
          <a:p>
            <a:r>
              <a:rPr lang="en-US" altLang="en-US" sz="900"/>
              <a:t>│</a:t>
            </a:r>
            <a:r>
              <a:rPr lang="en-US" altLang="en-US" sz="900"/>
              <a:t>  </a:t>
            </a:r>
            <a:r>
              <a:rPr lang="en-US" altLang="zh-CN" sz="900"/>
              <a:t> </a:t>
            </a:r>
            <a:r>
              <a:rPr lang="en-US" altLang="en-US" sz="900"/>
              <a:t>│</a:t>
            </a:r>
            <a:r>
              <a:rPr lang="en-US" altLang="en-US" sz="900"/>
              <a:t>  </a:t>
            </a:r>
            <a:r>
              <a:rPr lang="en-US" altLang="zh-CN" sz="900"/>
              <a:t> </a:t>
            </a:r>
            <a:r>
              <a:rPr lang="en-US" altLang="en-US" sz="900"/>
              <a:t>├──</a:t>
            </a:r>
            <a:r>
              <a:rPr lang="en-US" altLang="zh-CN" sz="900"/>
              <a:t> host_mapdb.species.class</a:t>
            </a:r>
            <a:endParaRPr lang="en-US" altLang="zh-CN" sz="900"/>
          </a:p>
          <a:p>
            <a:r>
              <a:rPr lang="en-US" altLang="en-US" sz="900"/>
              <a:t>│</a:t>
            </a:r>
            <a:r>
              <a:rPr lang="en-US" altLang="en-US" sz="900"/>
              <a:t>  </a:t>
            </a:r>
            <a:r>
              <a:rPr lang="en-US" altLang="zh-CN" sz="900"/>
              <a:t> </a:t>
            </a:r>
            <a:r>
              <a:rPr lang="en-US" altLang="en-US" sz="900"/>
              <a:t>│</a:t>
            </a:r>
            <a:r>
              <a:rPr lang="en-US" altLang="en-US" sz="900"/>
              <a:t>  </a:t>
            </a:r>
            <a:r>
              <a:rPr lang="en-US" altLang="zh-CN" sz="900"/>
              <a:t> </a:t>
            </a:r>
            <a:r>
              <a:rPr lang="en-US" altLang="en-US" sz="900"/>
              <a:t>├──</a:t>
            </a:r>
            <a:r>
              <a:rPr lang="en-US" altLang="zh-CN" sz="900"/>
              <a:t> merge_mapdb.info</a:t>
            </a:r>
            <a:endParaRPr lang="en-US" altLang="zh-CN" sz="900"/>
          </a:p>
          <a:p>
            <a:r>
              <a:rPr lang="en-US" altLang="en-US" sz="900"/>
              <a:t>│</a:t>
            </a:r>
            <a:r>
              <a:rPr lang="en-US" altLang="en-US" sz="900"/>
              <a:t>  </a:t>
            </a:r>
            <a:r>
              <a:rPr lang="en-US" altLang="zh-CN" sz="900"/>
              <a:t> </a:t>
            </a:r>
            <a:r>
              <a:rPr lang="en-US" altLang="en-US" sz="900"/>
              <a:t>│</a:t>
            </a:r>
            <a:r>
              <a:rPr lang="en-US" altLang="en-US" sz="900"/>
              <a:t>  </a:t>
            </a:r>
            <a:r>
              <a:rPr lang="en-US" altLang="zh-CN" sz="900"/>
              <a:t> </a:t>
            </a:r>
            <a:r>
              <a:rPr lang="en-US" altLang="en-US" sz="900"/>
              <a:t>├──</a:t>
            </a:r>
            <a:r>
              <a:rPr lang="en-US" altLang="zh-CN" sz="900"/>
              <a:t> mkdb.sh</a:t>
            </a:r>
            <a:endParaRPr lang="en-US" altLang="zh-CN" sz="900"/>
          </a:p>
          <a:p>
            <a:r>
              <a:rPr lang="en-US" altLang="en-US" sz="900"/>
              <a:t>│</a:t>
            </a:r>
            <a:r>
              <a:rPr lang="en-US" altLang="en-US" sz="900"/>
              <a:t>  </a:t>
            </a:r>
            <a:r>
              <a:rPr lang="en-US" altLang="zh-CN" sz="900"/>
              <a:t> </a:t>
            </a:r>
            <a:r>
              <a:rPr lang="en-US" altLang="en-US" sz="900"/>
              <a:t>│</a:t>
            </a:r>
            <a:r>
              <a:rPr lang="en-US" altLang="en-US" sz="900"/>
              <a:t>  </a:t>
            </a:r>
            <a:r>
              <a:rPr lang="en-US" altLang="zh-CN" sz="900"/>
              <a:t> </a:t>
            </a:r>
            <a:r>
              <a:rPr lang="en-US" altLang="en-US" sz="900"/>
              <a:t>├──</a:t>
            </a:r>
            <a:r>
              <a:rPr lang="en-US" altLang="zh-CN" sz="900"/>
              <a:t> sp_mapdb.info</a:t>
            </a:r>
            <a:endParaRPr lang="en-US" altLang="zh-CN" sz="900"/>
          </a:p>
          <a:p>
            <a:r>
              <a:rPr lang="en-US" altLang="en-US" sz="900"/>
              <a:t>│</a:t>
            </a:r>
            <a:r>
              <a:rPr lang="en-US" altLang="en-US" sz="900"/>
              <a:t>  </a:t>
            </a:r>
            <a:r>
              <a:rPr lang="en-US" altLang="zh-CN" sz="900"/>
              <a:t> </a:t>
            </a:r>
            <a:r>
              <a:rPr lang="en-US" altLang="en-US" sz="900"/>
              <a:t>│</a:t>
            </a:r>
            <a:r>
              <a:rPr lang="en-US" altLang="en-US" sz="900"/>
              <a:t>  </a:t>
            </a:r>
            <a:r>
              <a:rPr lang="en-US" altLang="zh-CN" sz="900"/>
              <a:t> </a:t>
            </a:r>
            <a:r>
              <a:rPr lang="en-US" altLang="en-US" sz="900"/>
              <a:t>└──</a:t>
            </a:r>
            <a:r>
              <a:rPr lang="en-US" altLang="zh-CN" sz="900"/>
              <a:t> sp_mapdb.species.class</a:t>
            </a:r>
            <a:endParaRPr lang="en-US" altLang="zh-CN" sz="900"/>
          </a:p>
          <a:p>
            <a:r>
              <a:rPr lang="en-US" altLang="en-US" sz="900"/>
              <a:t>│</a:t>
            </a:r>
            <a:r>
              <a:rPr lang="en-US" altLang="en-US" sz="900"/>
              <a:t>  </a:t>
            </a:r>
            <a:r>
              <a:rPr lang="en-US" altLang="zh-CN" sz="900"/>
              <a:t> </a:t>
            </a:r>
            <a:r>
              <a:rPr lang="en-US" altLang="en-US" sz="900"/>
              <a:t>├──</a:t>
            </a:r>
            <a:r>
              <a:rPr lang="en-US" altLang="zh-CN" sz="900"/>
              <a:t> all.ref.path</a:t>
            </a:r>
            <a:endParaRPr lang="en-US" altLang="zh-CN" sz="900"/>
          </a:p>
          <a:p>
            <a:r>
              <a:rPr lang="en-US" altLang="en-US" sz="900"/>
              <a:t>│</a:t>
            </a:r>
            <a:r>
              <a:rPr lang="en-US" altLang="en-US" sz="900"/>
              <a:t>  </a:t>
            </a:r>
            <a:r>
              <a:rPr lang="en-US" altLang="zh-CN" sz="900"/>
              <a:t> </a:t>
            </a:r>
            <a:r>
              <a:rPr lang="en-US" altLang="en-US" sz="900"/>
              <a:t>└──</a:t>
            </a:r>
            <a:r>
              <a:rPr lang="en-US" altLang="zh-CN" sz="900"/>
              <a:t> hg19_Adenoviridae</a:t>
            </a:r>
            <a:endParaRPr lang="en-US" altLang="zh-CN" sz="900"/>
          </a:p>
          <a:p>
            <a:r>
              <a:rPr lang="en-US" altLang="en-US" sz="900"/>
              <a:t>│</a:t>
            </a:r>
            <a:r>
              <a:rPr lang="en-US" altLang="en-US" sz="900"/>
              <a:t>  </a:t>
            </a:r>
            <a:r>
              <a:rPr lang="en-US" altLang="zh-CN" sz="900"/>
              <a:t>     </a:t>
            </a:r>
            <a:r>
              <a:rPr lang="en-US" altLang="en-US" sz="900"/>
              <a:t>├──</a:t>
            </a:r>
            <a:r>
              <a:rPr lang="en-US" altLang="zh-CN" sz="900"/>
              <a:t> hg19_Adenoviridae.bed</a:t>
            </a:r>
            <a:endParaRPr lang="en-US" altLang="zh-CN" sz="900"/>
          </a:p>
          <a:p>
            <a:r>
              <a:rPr lang="en-US" altLang="en-US" sz="900"/>
              <a:t>│</a:t>
            </a:r>
            <a:r>
              <a:rPr lang="en-US" altLang="en-US" sz="900"/>
              <a:t>  </a:t>
            </a:r>
            <a:r>
              <a:rPr lang="en-US" altLang="zh-CN" sz="900"/>
              <a:t>     </a:t>
            </a:r>
            <a:r>
              <a:rPr lang="en-US" altLang="en-US" sz="900"/>
              <a:t>├──</a:t>
            </a:r>
            <a:r>
              <a:rPr lang="en-US" altLang="zh-CN" sz="900"/>
              <a:t> hg19_Adenoviridae.fasta</a:t>
            </a:r>
            <a:endParaRPr lang="en-US" altLang="zh-CN" sz="900"/>
          </a:p>
          <a:p>
            <a:r>
              <a:rPr lang="en-US" altLang="en-US" sz="900"/>
              <a:t>│</a:t>
            </a:r>
            <a:r>
              <a:rPr lang="en-US" altLang="en-US" sz="900"/>
              <a:t>  </a:t>
            </a:r>
            <a:r>
              <a:rPr lang="en-US" altLang="zh-CN" sz="900"/>
              <a:t>     </a:t>
            </a:r>
            <a:r>
              <a:rPr lang="en-US" altLang="en-US" sz="900"/>
              <a:t>├──</a:t>
            </a:r>
            <a:r>
              <a:rPr lang="en-US" altLang="zh-CN" sz="900"/>
              <a:t> hg19_Adenoviridae.fasta.amb</a:t>
            </a:r>
            <a:endParaRPr lang="en-US" altLang="zh-CN" sz="900"/>
          </a:p>
          <a:p>
            <a:r>
              <a:rPr lang="en-US" altLang="en-US" sz="900"/>
              <a:t>│</a:t>
            </a:r>
            <a:r>
              <a:rPr lang="en-US" altLang="en-US" sz="900"/>
              <a:t>  </a:t>
            </a:r>
            <a:r>
              <a:rPr lang="en-US" altLang="zh-CN" sz="900"/>
              <a:t>     </a:t>
            </a:r>
            <a:r>
              <a:rPr lang="en-US" altLang="en-US" sz="900"/>
              <a:t>├──</a:t>
            </a:r>
            <a:r>
              <a:rPr lang="en-US" altLang="zh-CN" sz="900"/>
              <a:t> hg19_Adenoviridae.fasta.ann</a:t>
            </a:r>
            <a:endParaRPr lang="en-US" altLang="zh-CN" sz="900"/>
          </a:p>
          <a:p>
            <a:r>
              <a:rPr lang="en-US" altLang="en-US" sz="900"/>
              <a:t>│</a:t>
            </a:r>
            <a:r>
              <a:rPr lang="en-US" altLang="en-US" sz="900"/>
              <a:t>  </a:t>
            </a:r>
            <a:r>
              <a:rPr lang="en-US" altLang="zh-CN" sz="900"/>
              <a:t>     </a:t>
            </a:r>
            <a:r>
              <a:rPr lang="en-US" altLang="en-US" sz="900"/>
              <a:t>├──</a:t>
            </a:r>
            <a:r>
              <a:rPr lang="en-US" altLang="zh-CN" sz="900"/>
              <a:t> hg19_Adenoviridae.fasta.bwt</a:t>
            </a:r>
            <a:endParaRPr lang="en-US" altLang="zh-CN" sz="900"/>
          </a:p>
          <a:p>
            <a:r>
              <a:rPr lang="en-US" altLang="en-US" sz="900"/>
              <a:t>│</a:t>
            </a:r>
            <a:r>
              <a:rPr lang="en-US" altLang="en-US" sz="900"/>
              <a:t>  </a:t>
            </a:r>
            <a:r>
              <a:rPr lang="en-US" altLang="zh-CN" sz="900"/>
              <a:t>     </a:t>
            </a:r>
            <a:r>
              <a:rPr lang="en-US" altLang="en-US" sz="900"/>
              <a:t>├──</a:t>
            </a:r>
            <a:r>
              <a:rPr lang="en-US" altLang="zh-CN" sz="900"/>
              <a:t> hg19_Adenoviridae.fasta.pac</a:t>
            </a:r>
            <a:endParaRPr lang="en-US" altLang="zh-CN" sz="900"/>
          </a:p>
          <a:p>
            <a:r>
              <a:rPr lang="en-US" altLang="en-US" sz="900"/>
              <a:t>│</a:t>
            </a:r>
            <a:r>
              <a:rPr lang="en-US" altLang="en-US" sz="900"/>
              <a:t>  </a:t>
            </a:r>
            <a:r>
              <a:rPr lang="en-US" altLang="zh-CN" sz="900"/>
              <a:t>     </a:t>
            </a:r>
            <a:r>
              <a:rPr lang="en-US" altLang="en-US" sz="900"/>
              <a:t>├──</a:t>
            </a:r>
            <a:r>
              <a:rPr lang="en-US" altLang="zh-CN" sz="900"/>
              <a:t> hg19_Adenoviridae.fasta.sa</a:t>
            </a:r>
            <a:endParaRPr lang="en-US" altLang="zh-CN" sz="900"/>
          </a:p>
          <a:p>
            <a:r>
              <a:rPr lang="en-US" altLang="en-US" sz="900"/>
              <a:t>│</a:t>
            </a:r>
            <a:r>
              <a:rPr lang="en-US" altLang="en-US" sz="900"/>
              <a:t>  </a:t>
            </a:r>
            <a:r>
              <a:rPr lang="en-US" altLang="zh-CN" sz="900"/>
              <a:t>     </a:t>
            </a:r>
            <a:r>
              <a:rPr lang="en-US" altLang="en-US" sz="900"/>
              <a:t>├──</a:t>
            </a:r>
            <a:r>
              <a:rPr lang="en-US" altLang="zh-CN" sz="900"/>
              <a:t> host_mapdb.info</a:t>
            </a:r>
            <a:endParaRPr lang="en-US" altLang="zh-CN" sz="900"/>
          </a:p>
          <a:p>
            <a:r>
              <a:rPr lang="en-US" altLang="en-US" sz="900"/>
              <a:t>│</a:t>
            </a:r>
            <a:r>
              <a:rPr lang="en-US" altLang="en-US" sz="900"/>
              <a:t>  </a:t>
            </a:r>
            <a:r>
              <a:rPr lang="en-US" altLang="zh-CN" sz="900"/>
              <a:t>     </a:t>
            </a:r>
            <a:r>
              <a:rPr lang="en-US" altLang="en-US" sz="900"/>
              <a:t>├──</a:t>
            </a:r>
            <a:r>
              <a:rPr lang="en-US" altLang="zh-CN" sz="900"/>
              <a:t> host.merge.ref.bed</a:t>
            </a:r>
            <a:endParaRPr lang="en-US" altLang="zh-CN" sz="900"/>
          </a:p>
          <a:p>
            <a:r>
              <a:rPr lang="en-US" altLang="en-US" sz="900"/>
              <a:t>│</a:t>
            </a:r>
            <a:r>
              <a:rPr lang="en-US" altLang="en-US" sz="900"/>
              <a:t>  </a:t>
            </a:r>
            <a:r>
              <a:rPr lang="en-US" altLang="zh-CN" sz="900"/>
              <a:t>     </a:t>
            </a:r>
            <a:r>
              <a:rPr lang="en-US" altLang="en-US" sz="900"/>
              <a:t>├──</a:t>
            </a:r>
            <a:r>
              <a:rPr lang="en-US" altLang="zh-CN" sz="900"/>
              <a:t> merge_mapdb.info</a:t>
            </a:r>
            <a:endParaRPr lang="en-US" altLang="zh-CN" sz="900"/>
          </a:p>
          <a:p>
            <a:r>
              <a:rPr lang="en-US" altLang="en-US" sz="900"/>
              <a:t>│</a:t>
            </a:r>
            <a:r>
              <a:rPr lang="en-US" altLang="en-US" sz="900"/>
              <a:t>  </a:t>
            </a:r>
            <a:r>
              <a:rPr lang="en-US" altLang="zh-CN" sz="900"/>
              <a:t>     </a:t>
            </a:r>
            <a:r>
              <a:rPr lang="en-US" altLang="en-US" sz="900"/>
              <a:t>├──</a:t>
            </a:r>
            <a:r>
              <a:rPr lang="en-US" altLang="zh-CN" sz="900"/>
              <a:t> mkdb.sh</a:t>
            </a:r>
            <a:endParaRPr lang="en-US" altLang="zh-CN" sz="900"/>
          </a:p>
          <a:p>
            <a:r>
              <a:rPr lang="en-US" altLang="en-US" sz="900"/>
              <a:t>│</a:t>
            </a:r>
            <a:r>
              <a:rPr lang="en-US" altLang="en-US" sz="900"/>
              <a:t>  </a:t>
            </a:r>
            <a:r>
              <a:rPr lang="en-US" altLang="zh-CN" sz="900"/>
              <a:t>     </a:t>
            </a:r>
            <a:r>
              <a:rPr lang="en-US" altLang="en-US" sz="900"/>
              <a:t>├──</a:t>
            </a:r>
            <a:r>
              <a:rPr lang="en-US" altLang="zh-CN" sz="900"/>
              <a:t> m.merge.ref.fasta</a:t>
            </a:r>
            <a:endParaRPr lang="en-US" altLang="zh-CN" sz="900"/>
          </a:p>
          <a:p>
            <a:r>
              <a:rPr lang="en-US" altLang="en-US" sz="900"/>
              <a:t>│</a:t>
            </a:r>
            <a:r>
              <a:rPr lang="en-US" altLang="en-US" sz="900"/>
              <a:t>  </a:t>
            </a:r>
            <a:r>
              <a:rPr lang="en-US" altLang="zh-CN" sz="900"/>
              <a:t>     </a:t>
            </a:r>
            <a:r>
              <a:rPr lang="en-US" altLang="en-US" sz="900"/>
              <a:t>├──</a:t>
            </a:r>
            <a:r>
              <a:rPr lang="en-US" altLang="zh-CN" sz="900"/>
              <a:t> sp_mapdb.info</a:t>
            </a:r>
            <a:endParaRPr lang="en-US" altLang="zh-CN" sz="900"/>
          </a:p>
          <a:p>
            <a:r>
              <a:rPr lang="en-US" altLang="en-US" sz="900"/>
              <a:t>│</a:t>
            </a:r>
            <a:r>
              <a:rPr lang="en-US" altLang="en-US" sz="900"/>
              <a:t>  </a:t>
            </a:r>
            <a:r>
              <a:rPr lang="en-US" altLang="zh-CN" sz="900"/>
              <a:t>     </a:t>
            </a:r>
            <a:r>
              <a:rPr lang="en-US" altLang="en-US" sz="900"/>
              <a:t>├──</a:t>
            </a:r>
            <a:r>
              <a:rPr lang="en-US" altLang="zh-CN" sz="900"/>
              <a:t> sp.merge.ref.bed</a:t>
            </a:r>
            <a:endParaRPr lang="en-US" altLang="zh-CN" sz="900"/>
          </a:p>
          <a:p>
            <a:r>
              <a:rPr lang="en-US" altLang="en-US" sz="900"/>
              <a:t>│</a:t>
            </a:r>
            <a:r>
              <a:rPr lang="en-US" altLang="en-US" sz="900"/>
              <a:t>  </a:t>
            </a:r>
            <a:r>
              <a:rPr lang="en-US" altLang="zh-CN" sz="900"/>
              <a:t>     </a:t>
            </a:r>
            <a:r>
              <a:rPr lang="en-US" altLang="en-US" sz="900"/>
              <a:t>├──</a:t>
            </a:r>
            <a:r>
              <a:rPr lang="en-US" altLang="zh-CN" sz="900"/>
              <a:t> sp.merge.ref.fasta</a:t>
            </a:r>
            <a:endParaRPr lang="en-US" altLang="zh-CN" sz="900"/>
          </a:p>
          <a:p>
            <a:r>
              <a:rPr lang="en-US" altLang="en-US" sz="900"/>
              <a:t>│</a:t>
            </a:r>
            <a:r>
              <a:rPr lang="en-US" altLang="en-US" sz="900"/>
              <a:t>  </a:t>
            </a:r>
            <a:r>
              <a:rPr lang="en-US" altLang="zh-CN" sz="900"/>
              <a:t>     </a:t>
            </a:r>
            <a:r>
              <a:rPr lang="en-US" altLang="en-US" sz="900"/>
              <a:t>├──</a:t>
            </a:r>
            <a:r>
              <a:rPr lang="en-US" altLang="zh-CN" sz="900"/>
              <a:t> sp.merge.ref.fasta.amb</a:t>
            </a:r>
            <a:endParaRPr lang="en-US" altLang="zh-CN" sz="900"/>
          </a:p>
          <a:p>
            <a:r>
              <a:rPr lang="en-US" altLang="en-US" sz="900"/>
              <a:t>│</a:t>
            </a:r>
            <a:r>
              <a:rPr lang="en-US" altLang="en-US" sz="900"/>
              <a:t>  </a:t>
            </a:r>
            <a:r>
              <a:rPr lang="en-US" altLang="zh-CN" sz="900"/>
              <a:t>     </a:t>
            </a:r>
            <a:r>
              <a:rPr lang="en-US" altLang="en-US" sz="900"/>
              <a:t>├──</a:t>
            </a:r>
            <a:r>
              <a:rPr lang="en-US" altLang="zh-CN" sz="900"/>
              <a:t> sp.merge.ref.fasta.ann</a:t>
            </a:r>
            <a:endParaRPr lang="en-US" altLang="zh-CN" sz="900"/>
          </a:p>
          <a:p>
            <a:r>
              <a:rPr lang="en-US" altLang="en-US" sz="900"/>
              <a:t>│</a:t>
            </a:r>
            <a:r>
              <a:rPr lang="en-US" altLang="en-US" sz="900"/>
              <a:t>  </a:t>
            </a:r>
            <a:r>
              <a:rPr lang="en-US" altLang="zh-CN" sz="900"/>
              <a:t>     </a:t>
            </a:r>
            <a:r>
              <a:rPr lang="en-US" altLang="en-US" sz="900"/>
              <a:t>├──</a:t>
            </a:r>
            <a:r>
              <a:rPr lang="en-US" altLang="zh-CN" sz="900"/>
              <a:t> sp.merge.ref.fasta.bwt</a:t>
            </a:r>
            <a:endParaRPr lang="en-US" altLang="zh-CN" sz="900"/>
          </a:p>
          <a:p>
            <a:r>
              <a:rPr lang="en-US" altLang="en-US" sz="900"/>
              <a:t>│</a:t>
            </a:r>
            <a:r>
              <a:rPr lang="en-US" altLang="en-US" sz="900"/>
              <a:t>  </a:t>
            </a:r>
            <a:r>
              <a:rPr lang="en-US" altLang="zh-CN" sz="900"/>
              <a:t>     </a:t>
            </a:r>
            <a:r>
              <a:rPr lang="en-US" altLang="en-US" sz="900"/>
              <a:t>├──</a:t>
            </a:r>
            <a:r>
              <a:rPr lang="en-US" altLang="zh-CN" sz="900"/>
              <a:t> sp.merge.ref.fasta.nhr</a:t>
            </a:r>
            <a:endParaRPr lang="en-US" altLang="zh-CN" sz="900"/>
          </a:p>
          <a:p>
            <a:r>
              <a:rPr lang="en-US" altLang="en-US" sz="900"/>
              <a:t>│</a:t>
            </a:r>
            <a:r>
              <a:rPr lang="en-US" altLang="en-US" sz="900"/>
              <a:t>  </a:t>
            </a:r>
            <a:r>
              <a:rPr lang="en-US" altLang="zh-CN" sz="900"/>
              <a:t>     </a:t>
            </a:r>
            <a:r>
              <a:rPr lang="en-US" altLang="en-US" sz="900"/>
              <a:t>├──</a:t>
            </a:r>
            <a:r>
              <a:rPr lang="en-US" altLang="zh-CN" sz="900"/>
              <a:t> sp.merge.ref.fasta.nin</a:t>
            </a:r>
            <a:endParaRPr lang="en-US" altLang="zh-CN" sz="900"/>
          </a:p>
          <a:p>
            <a:r>
              <a:rPr lang="en-US" altLang="en-US" sz="900"/>
              <a:t>│</a:t>
            </a:r>
            <a:r>
              <a:rPr lang="en-US" altLang="en-US" sz="900"/>
              <a:t>  </a:t>
            </a:r>
            <a:r>
              <a:rPr lang="en-US" altLang="zh-CN" sz="900"/>
              <a:t>     </a:t>
            </a:r>
            <a:r>
              <a:rPr lang="en-US" altLang="en-US" sz="900"/>
              <a:t>├──</a:t>
            </a:r>
            <a:r>
              <a:rPr lang="en-US" altLang="zh-CN" sz="900"/>
              <a:t> sp.merge.ref.fasta.nsq</a:t>
            </a:r>
            <a:endParaRPr lang="en-US" altLang="zh-CN" sz="900"/>
          </a:p>
          <a:p>
            <a:r>
              <a:rPr lang="en-US" altLang="en-US" sz="900"/>
              <a:t>│</a:t>
            </a:r>
            <a:r>
              <a:rPr lang="en-US" altLang="en-US" sz="900"/>
              <a:t>  </a:t>
            </a:r>
            <a:r>
              <a:rPr lang="en-US" altLang="zh-CN" sz="900"/>
              <a:t>     </a:t>
            </a:r>
            <a:r>
              <a:rPr lang="en-US" altLang="en-US" sz="900"/>
              <a:t>├──</a:t>
            </a:r>
            <a:r>
              <a:rPr lang="en-US" altLang="zh-CN" sz="900"/>
              <a:t> sp.merge.ref.fasta.pac</a:t>
            </a:r>
            <a:endParaRPr lang="en-US" altLang="zh-CN" sz="900"/>
          </a:p>
          <a:p>
            <a:r>
              <a:rPr lang="en-US" altLang="en-US" sz="900"/>
              <a:t>│</a:t>
            </a:r>
            <a:r>
              <a:rPr lang="en-US" altLang="en-US" sz="900"/>
              <a:t>  </a:t>
            </a:r>
            <a:r>
              <a:rPr lang="en-US" altLang="zh-CN" sz="900"/>
              <a:t>     </a:t>
            </a:r>
            <a:r>
              <a:rPr lang="en-US" altLang="en-US" sz="900"/>
              <a:t>└──</a:t>
            </a:r>
            <a:r>
              <a:rPr lang="en-US" altLang="zh-CN" sz="900"/>
              <a:t> sp.merge.ref.fasta.sa</a:t>
            </a:r>
            <a:endParaRPr lang="en-US" altLang="zh-CN" sz="900"/>
          </a:p>
          <a:p>
            <a:r>
              <a:rPr lang="en-US" altLang="en-US" sz="900"/>
              <a:t>└──</a:t>
            </a:r>
            <a:r>
              <a:rPr lang="en-US" altLang="zh-CN" sz="900"/>
              <a:t> ref_seq_db</a:t>
            </a:r>
            <a:endParaRPr lang="en-US" altLang="zh-CN" sz="900"/>
          </a:p>
          <a:p>
            <a:r>
              <a:rPr lang="en-US" altLang="zh-CN" sz="900"/>
              <a:t>    </a:t>
            </a:r>
            <a:r>
              <a:rPr lang="en-US" altLang="en-US" sz="900"/>
              <a:t>├──</a:t>
            </a:r>
            <a:r>
              <a:rPr lang="en-US" altLang="zh-CN" sz="900"/>
              <a:t> host</a:t>
            </a:r>
            <a:endParaRPr lang="en-US" altLang="zh-CN" sz="900"/>
          </a:p>
          <a:p>
            <a:r>
              <a:rPr lang="en-US" altLang="zh-CN" sz="900"/>
              <a:t>    </a:t>
            </a:r>
            <a:r>
              <a:rPr lang="en-US" altLang="en-US" sz="900"/>
              <a:t>│</a:t>
            </a:r>
            <a:r>
              <a:rPr lang="en-US" altLang="en-US" sz="900"/>
              <a:t>  </a:t>
            </a:r>
            <a:r>
              <a:rPr lang="en-US" altLang="zh-CN" sz="900"/>
              <a:t> </a:t>
            </a:r>
            <a:r>
              <a:rPr lang="en-US" altLang="en-US" sz="900"/>
              <a:t>├──</a:t>
            </a:r>
            <a:r>
              <a:rPr lang="en-US" altLang="zh-CN" sz="900"/>
              <a:t> host_mapdb.species.class</a:t>
            </a:r>
            <a:endParaRPr lang="en-US" altLang="zh-CN" sz="900"/>
          </a:p>
          <a:p>
            <a:r>
              <a:rPr lang="en-US" altLang="zh-CN" sz="900"/>
              <a:t>    </a:t>
            </a:r>
            <a:r>
              <a:rPr lang="en-US" altLang="en-US" sz="900"/>
              <a:t>│</a:t>
            </a:r>
            <a:r>
              <a:rPr lang="en-US" altLang="en-US" sz="900"/>
              <a:t>  </a:t>
            </a:r>
            <a:r>
              <a:rPr lang="en-US" altLang="zh-CN" sz="900"/>
              <a:t> </a:t>
            </a:r>
            <a:r>
              <a:rPr lang="en-US" altLang="en-US" sz="900"/>
              <a:t>└──</a:t>
            </a:r>
            <a:r>
              <a:rPr lang="en-US" altLang="zh-CN" sz="900"/>
              <a:t> human</a:t>
            </a:r>
            <a:endParaRPr lang="en-US" altLang="zh-CN" sz="900"/>
          </a:p>
          <a:p>
            <a:r>
              <a:rPr lang="en-US" altLang="zh-CN" sz="900"/>
              <a:t>    </a:t>
            </a:r>
            <a:r>
              <a:rPr lang="en-US" altLang="en-US" sz="900"/>
              <a:t>└──</a:t>
            </a:r>
            <a:r>
              <a:rPr lang="en-US" altLang="zh-CN" sz="900"/>
              <a:t> species</a:t>
            </a:r>
            <a:endParaRPr lang="en-US" altLang="zh-CN" sz="900"/>
          </a:p>
          <a:p>
            <a:r>
              <a:rPr lang="en-US" altLang="zh-CN" sz="900"/>
              <a:t>        </a:t>
            </a:r>
            <a:r>
              <a:rPr lang="en-US" altLang="en-US" sz="900"/>
              <a:t>├──</a:t>
            </a:r>
            <a:r>
              <a:rPr lang="en-US" altLang="zh-CN" sz="900"/>
              <a:t> Adenoviridae</a:t>
            </a:r>
            <a:endParaRPr lang="en-US" altLang="zh-CN" sz="900"/>
          </a:p>
          <a:p>
            <a:r>
              <a:rPr lang="en-US" altLang="zh-CN" sz="900"/>
              <a:t>        </a:t>
            </a:r>
            <a:r>
              <a:rPr lang="en-US" altLang="en-US" sz="900"/>
              <a:t>├──</a:t>
            </a:r>
            <a:r>
              <a:rPr lang="en-US" altLang="zh-CN" sz="900"/>
              <a:t> Astroviridae</a:t>
            </a:r>
            <a:endParaRPr lang="en-US" altLang="zh-CN" sz="900"/>
          </a:p>
          <a:p>
            <a:r>
              <a:rPr lang="en-US" altLang="zh-CN" sz="900"/>
              <a:t>        </a:t>
            </a:r>
            <a:r>
              <a:rPr lang="en-US" altLang="en-US" sz="900"/>
              <a:t>├──</a:t>
            </a:r>
            <a:r>
              <a:rPr lang="en-US" altLang="zh-CN" sz="900"/>
              <a:t> Coronavirus</a:t>
            </a:r>
            <a:endParaRPr lang="en-US" altLang="zh-CN" sz="900"/>
          </a:p>
          <a:p>
            <a:r>
              <a:rPr lang="en-US" altLang="zh-CN" sz="900"/>
              <a:t>        </a:t>
            </a:r>
            <a:r>
              <a:rPr lang="en-US" altLang="en-US" sz="900"/>
              <a:t>├──</a:t>
            </a:r>
            <a:r>
              <a:rPr lang="en-US" altLang="zh-CN" sz="900"/>
              <a:t> Norovirus</a:t>
            </a:r>
            <a:endParaRPr lang="en-US" altLang="zh-CN" sz="900"/>
          </a:p>
          <a:p>
            <a:r>
              <a:rPr lang="en-US" altLang="zh-CN" sz="900"/>
              <a:t>        </a:t>
            </a:r>
            <a:r>
              <a:rPr lang="en-US" altLang="en-US" sz="900"/>
              <a:t>├──</a:t>
            </a:r>
            <a:r>
              <a:rPr lang="en-US" altLang="zh-CN" sz="900"/>
              <a:t> Rotavirus</a:t>
            </a:r>
            <a:endParaRPr lang="en-US" altLang="zh-CN" sz="900"/>
          </a:p>
          <a:p>
            <a:r>
              <a:rPr lang="en-US" altLang="zh-CN" sz="900"/>
              <a:t>        </a:t>
            </a:r>
            <a:r>
              <a:rPr lang="en-US" altLang="en-US" sz="900"/>
              <a:t>├──</a:t>
            </a:r>
            <a:r>
              <a:rPr lang="en-US" altLang="zh-CN" sz="900"/>
              <a:t> Sapovirus</a:t>
            </a:r>
            <a:endParaRPr lang="en-US" altLang="zh-CN" sz="900"/>
          </a:p>
          <a:p>
            <a:r>
              <a:rPr lang="en-US" altLang="zh-CN" sz="900"/>
              <a:t>        </a:t>
            </a:r>
            <a:r>
              <a:rPr lang="en-US" altLang="en-US" sz="900"/>
              <a:t>└──</a:t>
            </a:r>
            <a:r>
              <a:rPr lang="en-US" altLang="zh-CN" sz="900"/>
              <a:t> sp_mapdb.species.class</a:t>
            </a:r>
            <a:endParaRPr lang="en-US" altLang="zh-CN" sz="900"/>
          </a:p>
          <a:p>
            <a:endParaRPr lang="en-US" altLang="zh-CN" sz="900"/>
          </a:p>
        </p:txBody>
      </p:sp>
      <p:sp>
        <p:nvSpPr>
          <p:cNvPr id="3" name="矩形 2"/>
          <p:cNvSpPr/>
          <p:nvPr/>
        </p:nvSpPr>
        <p:spPr>
          <a:xfrm>
            <a:off x="1027430" y="3814445"/>
            <a:ext cx="5695950" cy="598170"/>
          </a:xfrm>
          <a:prstGeom prst="rect">
            <a:avLst/>
          </a:prstGeom>
          <a:noFill/>
          <a:ln w="28575" cmpd="sng">
            <a:solidFill>
              <a:srgbClr val="FF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7630795" y="2766060"/>
            <a:ext cx="1024255" cy="146050"/>
          </a:xfrm>
          <a:prstGeom prst="rect">
            <a:avLst/>
          </a:prstGeom>
          <a:noFill/>
          <a:ln w="28575" cmpd="sng">
            <a:solidFill>
              <a:srgbClr val="FF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7630795" y="3484880"/>
            <a:ext cx="1024255" cy="146050"/>
          </a:xfrm>
          <a:prstGeom prst="rect">
            <a:avLst/>
          </a:prstGeom>
          <a:noFill/>
          <a:ln w="28575" cmpd="sng">
            <a:solidFill>
              <a:srgbClr val="FF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1027430" y="4412615"/>
            <a:ext cx="5695950" cy="598170"/>
          </a:xfrm>
          <a:prstGeom prst="rect">
            <a:avLst/>
          </a:prstGeom>
          <a:noFill/>
          <a:ln w="28575" cmpd="sng">
            <a:solidFill>
              <a:srgbClr val="FF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5" name="直接箭头连接符 14"/>
          <p:cNvCxnSpPr>
            <a:stCxn id="7" idx="1"/>
            <a:endCxn id="3" idx="3"/>
          </p:cNvCxnSpPr>
          <p:nvPr/>
        </p:nvCxnSpPr>
        <p:spPr>
          <a:xfrm flipH="1">
            <a:off x="6723380" y="2839085"/>
            <a:ext cx="907415" cy="127444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>
            <a:stCxn id="8" idx="1"/>
            <a:endCxn id="14" idx="3"/>
          </p:cNvCxnSpPr>
          <p:nvPr/>
        </p:nvCxnSpPr>
        <p:spPr>
          <a:xfrm flipH="1">
            <a:off x="6723380" y="3557905"/>
            <a:ext cx="907415" cy="115379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" name="矩形 16"/>
          <p:cNvSpPr/>
          <p:nvPr/>
        </p:nvSpPr>
        <p:spPr>
          <a:xfrm>
            <a:off x="969010" y="2630805"/>
            <a:ext cx="5035550" cy="281305"/>
          </a:xfrm>
          <a:prstGeom prst="rect">
            <a:avLst/>
          </a:prstGeom>
          <a:noFill/>
          <a:ln w="28575" cmpd="sng">
            <a:solidFill>
              <a:srgbClr val="FFC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969010" y="2912110"/>
            <a:ext cx="5035550" cy="369570"/>
          </a:xfrm>
          <a:prstGeom prst="rect">
            <a:avLst/>
          </a:prstGeom>
          <a:noFill/>
          <a:ln w="28575" cmpd="sng">
            <a:solidFill>
              <a:srgbClr val="FFC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7630795" y="5237480"/>
            <a:ext cx="1265555" cy="158750"/>
          </a:xfrm>
          <a:prstGeom prst="rect">
            <a:avLst/>
          </a:prstGeom>
          <a:noFill/>
          <a:ln w="28575" cmpd="sng">
            <a:solidFill>
              <a:srgbClr val="FFC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7589520" y="6436995"/>
            <a:ext cx="1195070" cy="249555"/>
          </a:xfrm>
          <a:prstGeom prst="rect">
            <a:avLst/>
          </a:prstGeom>
          <a:noFill/>
          <a:ln w="28575" cmpd="sng">
            <a:solidFill>
              <a:srgbClr val="FFC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2" name="直接箭头连接符 21"/>
          <p:cNvCxnSpPr>
            <a:stCxn id="19" idx="1"/>
            <a:endCxn id="18" idx="3"/>
          </p:cNvCxnSpPr>
          <p:nvPr/>
        </p:nvCxnSpPr>
        <p:spPr>
          <a:xfrm flipH="1" flipV="1">
            <a:off x="6004560" y="3096895"/>
            <a:ext cx="1626235" cy="2219960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>
            <a:stCxn id="20" idx="1"/>
            <a:endCxn id="17" idx="3"/>
          </p:cNvCxnSpPr>
          <p:nvPr/>
        </p:nvCxnSpPr>
        <p:spPr>
          <a:xfrm flipH="1" flipV="1">
            <a:off x="6004560" y="2771775"/>
            <a:ext cx="1584960" cy="3790315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4" name="矩形 23"/>
          <p:cNvSpPr/>
          <p:nvPr/>
        </p:nvSpPr>
        <p:spPr>
          <a:xfrm>
            <a:off x="1027430" y="3281680"/>
            <a:ext cx="1852930" cy="392430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矩形 24"/>
          <p:cNvSpPr/>
          <p:nvPr/>
        </p:nvSpPr>
        <p:spPr>
          <a:xfrm>
            <a:off x="7466330" y="1527810"/>
            <a:ext cx="875665" cy="187325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6" name="直接箭头连接符 25"/>
          <p:cNvCxnSpPr>
            <a:stCxn id="24" idx="3"/>
            <a:endCxn id="25" idx="1"/>
          </p:cNvCxnSpPr>
          <p:nvPr/>
        </p:nvCxnSpPr>
        <p:spPr>
          <a:xfrm flipV="1">
            <a:off x="2880360" y="1621790"/>
            <a:ext cx="4585970" cy="1856105"/>
          </a:xfrm>
          <a:prstGeom prst="straightConnector1">
            <a:avLst/>
          </a:prstGeom>
          <a:ln>
            <a:solidFill>
              <a:srgbClr val="00B05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1305</Words>
  <Application>WPS 演示</Application>
  <PresentationFormat>宽屏</PresentationFormat>
  <Paragraphs>48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Arial</vt:lpstr>
      <vt:lpstr>宋体</vt:lpstr>
      <vt:lpstr>Wingdings</vt:lpstr>
      <vt:lpstr>Arial Unicode MS</vt:lpstr>
      <vt:lpstr>Calibri</vt:lpstr>
      <vt:lpstr>微软雅黑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ysj</dc:creator>
  <cp:lastModifiedBy>ysj</cp:lastModifiedBy>
  <cp:revision>3</cp:revision>
  <dcterms:created xsi:type="dcterms:W3CDTF">2023-08-09T12:44:00Z</dcterms:created>
  <dcterms:modified xsi:type="dcterms:W3CDTF">2025-07-30T06:31:37Z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ICV">
    <vt:lpwstr>5519931973D24300A837A67931E805F2_12</vt:lpwstr>
  </property>
</Properties>
</file>