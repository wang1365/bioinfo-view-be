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501CC-112F-0396-5E2C-A37C196CA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B64922-FB68-B345-DBB9-20F3FCC8F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EE110-6B52-24D9-689B-9F4F605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CF0A61-BC1C-E535-9180-8D6DB3C0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9A44F-99EB-9657-4B18-F702F237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63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65E0E-37A3-D117-EC84-B5E31E34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5EEDA-89E6-C7FD-7473-71B78E1AC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85E88-1E35-ED5F-08E4-C23355A2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F64A1F-D53A-E920-C40D-54796D84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10DC64-7B01-02FB-C9AC-ABC57734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02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C77DB-EA09-CFA3-0C0B-CA11C4D5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01022C-44AB-08B5-8398-591A4516C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B6E4F-CBEC-28ED-CB00-83548F20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7EA57D-8934-0ED2-1681-B50B6C2C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7B877-4F13-0670-3D91-EBA947AF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29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7C577-013A-9FDE-72B8-9ECC8BB3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714AE-BE0A-E895-0119-ABBCF2706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7049BB-AD6D-AB51-D4C8-2E5CFF95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3B08B-384C-B81E-1755-EA0379E7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F83EA1-17C6-89E7-99DF-35830915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133069-58D8-6702-D741-273499C1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0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DAE84-8C5E-DFD5-E9C6-A4810284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BE0C70-03A5-E9DC-A18F-63CE3C491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245497-DDBD-EC08-7F8A-787918EE5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CA2DC2-9B8E-A8DC-FCC2-DBF3C4F8F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69BDAB-2FF8-ABD3-90F2-7264FB9A8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D923A5-4ABF-DC07-3143-A90B0AFE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4F85F0-90BE-1DC7-C144-03302E49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96FE18-0FB7-4F7A-7BF2-DAB152FC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48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68AEF-4D69-F45A-B3F7-FBA9B3EC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1955FE-B19B-B7EF-DEBD-4E14EA59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C081C6-E0E2-B05C-2FA3-3F828634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AAE77F-2CBA-BC94-3EA3-5DBA1A5D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77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7ECE0-719A-F632-9C5A-4CE0886A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B8A8BC-102F-ADB5-FFAB-10E4E54E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3E284D-0E97-3C5D-0E0C-209DCE4C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7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0FDBC-8A80-DB57-2269-BFF59F5CA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A1FA9-E8B6-8C79-0A41-F8B29634C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A0E0E3-69AD-E06B-FB84-7AF44609F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30CC7D-41E0-95A9-FAF1-0F042882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40CDE-75E9-0814-A9F3-C727E8836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68A306-E9CC-705A-AE7C-E6187552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2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64113-F9D5-FD64-8F99-5F71635E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4F7703-759A-F181-62F3-653E85DA5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56C134-5221-F438-8627-3ED125FD5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A0E78B-AE9D-24A1-9583-D1FDBB1ED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E7FA5A-2E6C-D74E-4C77-C1776DB1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F8F22A-840E-B477-0393-0AFE9905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31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0B8F5-3C75-D6F5-E636-31ADB643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9A61FE-F088-7BF6-D5D7-10661A883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EB5D4-0817-36AD-4F44-4DEC9C8C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34EBC-28FE-9CBE-47A1-DB059C8A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11C95-C438-5AD3-F8F4-B7BD2A72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777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295191-AEE0-BA7A-9FD9-8AD503A54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F75404-3398-BE28-9C90-DE301A324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3C4E3C-CAD1-0667-2C5F-C8F2CEFC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4D901-AB82-BCC7-D6A6-A467AA82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A167F-8848-F975-8266-D7DD2A01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45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A958A1-319C-0DA2-081F-68A1D06B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2D0B5-CE4F-BFA1-EC60-D866406D6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CF95B-3529-91CC-32B5-A1C3A4E5C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A4B07-7452-4D17-A76D-C3C08AD52F6C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73F77-C9D4-87C1-7785-6CE8BD4C3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963D3-3973-8ECC-EB09-FABA16235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B0231-C746-4975-86F2-F8A8A7477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71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55C43C-0199-638B-321A-28038015D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1" y="1490870"/>
            <a:ext cx="7126357" cy="4344830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FA215E8-9FB3-3A8B-943F-C64969CC2035}"/>
              </a:ext>
            </a:extLst>
          </p:cNvPr>
          <p:cNvCxnSpPr>
            <a:cxnSpLocks/>
          </p:cNvCxnSpPr>
          <p:nvPr/>
        </p:nvCxnSpPr>
        <p:spPr>
          <a:xfrm flipH="1">
            <a:off x="4740965" y="1779104"/>
            <a:ext cx="2871169" cy="101379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E0B295F-CCCB-BF36-CA49-8F4485B98FB0}"/>
              </a:ext>
            </a:extLst>
          </p:cNvPr>
          <p:cNvSpPr txBox="1"/>
          <p:nvPr/>
        </p:nvSpPr>
        <p:spPr>
          <a:xfrm>
            <a:off x="7612134" y="890346"/>
            <a:ext cx="4265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解决方法：</a:t>
            </a:r>
            <a:endParaRPr lang="en-US" altLang="zh-CN" dirty="0"/>
          </a:p>
          <a:p>
            <a:r>
              <a:rPr lang="en-US" altLang="zh-CN" dirty="0" err="1"/>
              <a:t>mutalyzer</a:t>
            </a:r>
            <a:r>
              <a:rPr lang="zh-CN" altLang="en-US" dirty="0"/>
              <a:t>的跳转链接组成：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https://mutalyzer.nl/normalizer/</a:t>
            </a:r>
            <a:r>
              <a:rPr lang="en-US" altLang="zh-CN" b="0" i="0" dirty="0">
                <a:effectLst/>
                <a:latin typeface="-apple-system"/>
              </a:rPr>
              <a:t> </a:t>
            </a:r>
            <a:r>
              <a:rPr lang="en-US" altLang="zh-CN" b="0" i="0" dirty="0" err="1">
                <a:effectLst/>
                <a:latin typeface="-apple-system"/>
              </a:rPr>
              <a:t>Transcript:cDNA</a:t>
            </a:r>
            <a:endParaRPr lang="en-US" altLang="zh-CN" b="0" i="0" dirty="0">
              <a:effectLst/>
              <a:latin typeface="-apple-system"/>
            </a:endParaRPr>
          </a:p>
          <a:p>
            <a:endParaRPr lang="en-US" altLang="zh-CN" dirty="0">
              <a:latin typeface="-apple-system"/>
            </a:endParaRPr>
          </a:p>
          <a:p>
            <a:r>
              <a:rPr lang="en-US" altLang="zh-CN" b="0" i="0" dirty="0">
                <a:effectLst/>
                <a:latin typeface="-apple-system"/>
              </a:rPr>
              <a:t>Transcript</a:t>
            </a:r>
            <a:r>
              <a:rPr lang="zh-CN" altLang="en-US" b="0" i="0" dirty="0">
                <a:effectLst/>
                <a:latin typeface="-apple-system"/>
              </a:rPr>
              <a:t>和</a:t>
            </a:r>
            <a:r>
              <a:rPr lang="en-US" altLang="zh-CN" b="0" i="0" dirty="0">
                <a:effectLst/>
                <a:latin typeface="-apple-system"/>
              </a:rPr>
              <a:t>cDNA</a:t>
            </a:r>
            <a:r>
              <a:rPr lang="zh-CN" altLang="en-US" b="0" i="0" dirty="0">
                <a:effectLst/>
                <a:latin typeface="-apple-system"/>
              </a:rPr>
              <a:t>从这里提取</a:t>
            </a:r>
            <a:endParaRPr lang="en-US" altLang="zh-CN" b="0" i="0" dirty="0">
              <a:effectLst/>
              <a:latin typeface="-apple-system"/>
            </a:endParaRPr>
          </a:p>
          <a:p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ED04BA-0FA5-EAE4-3C6C-F99EABA81E55}"/>
              </a:ext>
            </a:extLst>
          </p:cNvPr>
          <p:cNvSpPr txBox="1"/>
          <p:nvPr/>
        </p:nvSpPr>
        <p:spPr>
          <a:xfrm>
            <a:off x="484533" y="21837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金域需求：每个突变加上</a:t>
            </a:r>
            <a:r>
              <a:rPr lang="en-US" altLang="zh-CN" dirty="0" err="1"/>
              <a:t>mutalyzer</a:t>
            </a:r>
            <a:r>
              <a:rPr lang="zh-CN" altLang="en-US" dirty="0"/>
              <a:t>的跳转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00E719-740F-8AA3-0837-B5A13099545F}"/>
              </a:ext>
            </a:extLst>
          </p:cNvPr>
          <p:cNvSpPr/>
          <p:nvPr/>
        </p:nvSpPr>
        <p:spPr>
          <a:xfrm>
            <a:off x="3098800" y="2550160"/>
            <a:ext cx="797560" cy="132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0E17E5-469C-C2FB-650D-37C0807DFC03}"/>
              </a:ext>
            </a:extLst>
          </p:cNvPr>
          <p:cNvSpPr/>
          <p:nvPr/>
        </p:nvSpPr>
        <p:spPr>
          <a:xfrm>
            <a:off x="3098800" y="2768600"/>
            <a:ext cx="797560" cy="132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0D5E548-F5AD-1639-E731-2DF2BB73EA8A}"/>
              </a:ext>
            </a:extLst>
          </p:cNvPr>
          <p:cNvSpPr/>
          <p:nvPr/>
        </p:nvSpPr>
        <p:spPr>
          <a:xfrm>
            <a:off x="3657600" y="2861733"/>
            <a:ext cx="3928533" cy="813583"/>
          </a:xfrm>
          <a:custGeom>
            <a:avLst/>
            <a:gdLst>
              <a:gd name="connsiteX0" fmla="*/ 3928533 w 3928533"/>
              <a:gd name="connsiteY0" fmla="*/ 0 h 813583"/>
              <a:gd name="connsiteX1" fmla="*/ 1642533 w 3928533"/>
              <a:gd name="connsiteY1" fmla="*/ 812800 h 813583"/>
              <a:gd name="connsiteX2" fmla="*/ 0 w 3928533"/>
              <a:gd name="connsiteY2" fmla="*/ 118534 h 813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8533" h="813583">
                <a:moveTo>
                  <a:pt x="3928533" y="0"/>
                </a:moveTo>
                <a:cubicBezTo>
                  <a:pt x="3112910" y="396522"/>
                  <a:pt x="2297288" y="793044"/>
                  <a:pt x="1642533" y="812800"/>
                </a:cubicBezTo>
                <a:cubicBezTo>
                  <a:pt x="987778" y="832556"/>
                  <a:pt x="493889" y="475545"/>
                  <a:pt x="0" y="118534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11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49BD4D-220D-FF83-44D6-D6743463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1064477"/>
            <a:ext cx="9247822" cy="5383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66EE8A-A590-A3CD-98DD-70C0B459A18F}"/>
              </a:ext>
            </a:extLst>
          </p:cNvPr>
          <p:cNvSpPr txBox="1"/>
          <p:nvPr/>
        </p:nvSpPr>
        <p:spPr>
          <a:xfrm>
            <a:off x="484532" y="218373"/>
            <a:ext cx="11128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红框内信息添加到患者管理页面，然后加进</a:t>
            </a:r>
            <a:r>
              <a:rPr lang="en-US" altLang="zh-CN" dirty="0"/>
              <a:t>samples.txt</a:t>
            </a:r>
            <a:r>
              <a:rPr lang="zh-CN" altLang="en-US" dirty="0"/>
              <a:t>，注意往</a:t>
            </a:r>
            <a:r>
              <a:rPr lang="en-US" altLang="zh-CN" dirty="0"/>
              <a:t>samples.txt</a:t>
            </a:r>
            <a:r>
              <a:rPr lang="zh-CN" altLang="en-US" dirty="0"/>
              <a:t>文件末尾添加这些字段</a:t>
            </a:r>
            <a:r>
              <a:rPr lang="zh-CN" altLang="en-US"/>
              <a:t>信息，因为我们已有脚本会从</a:t>
            </a:r>
            <a:r>
              <a:rPr lang="en-US" altLang="zh-CN" dirty="0"/>
              <a:t>samples.txt</a:t>
            </a:r>
            <a:r>
              <a:rPr lang="zh-CN" altLang="en-US" dirty="0"/>
              <a:t>文件会按照列读取信息</a:t>
            </a:r>
          </a:p>
        </p:txBody>
      </p:sp>
    </p:spTree>
    <p:extLst>
      <p:ext uri="{BB962C8B-B14F-4D97-AF65-F5344CB8AC3E}">
        <p14:creationId xmlns:p14="http://schemas.microsoft.com/office/powerpoint/2010/main" val="98129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83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Taoran Cheng</dc:creator>
  <cp:lastModifiedBy>Taoran Cheng</cp:lastModifiedBy>
  <cp:revision>9</cp:revision>
  <dcterms:created xsi:type="dcterms:W3CDTF">2025-03-19T08:03:55Z</dcterms:created>
  <dcterms:modified xsi:type="dcterms:W3CDTF">2025-03-30T10:46:23Z</dcterms:modified>
</cp:coreProperties>
</file>